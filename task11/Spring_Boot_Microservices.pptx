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5038" autoAdjust="0"/>
  </p:normalViewPr>
  <p:slideViewPr>
    <p:cSldViewPr snapToGrid="0" snapToObjects="1">
      <p:cViewPr varScale="1">
        <p:scale>
          <a:sx n="50" d="100"/>
          <a:sy n="50" d="100"/>
        </p:scale>
        <p:origin x="3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525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114800" cy="41148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Microservices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and Service Discovery Between Microservices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71116" y="489204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71116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Catalog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60036" y="489204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0036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Info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48956" y="4892040"/>
            <a:ext cx="2468880" cy="685800"/>
          </a:xfrm>
          <a:prstGeom prst="roundRect">
            <a:avLst>
              <a:gd name="adj" fmla="val 16000"/>
            </a:avLst>
          </a:prstGeom>
          <a:solidFill>
            <a:srgbClr val="3E8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48956" y="4892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Data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Idea: A Movie App Built From 3 Independent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one big Monolith, each responsibility now lives in its own service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451592" y="288036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F4F8FA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51592" y="2880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05756" y="288036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05756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Catalog Service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83196" y="3291840"/>
            <a:ext cx="316839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6002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Info Service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88720" y="416052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3E8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4160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Data Service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66160" y="2377440"/>
            <a:ext cx="1339596" cy="9601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66160" y="4297680"/>
            <a:ext cx="1339596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Movie Catalog Service receives the user's request</a:t>
            </a:r>
            <a:endParaRPr lang="en-US" sz="1400" dirty="0"/>
          </a:p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internally calls the Info Service and the Ratings Service</a:t>
            </a:r>
            <a:endParaRPr lang="en-US" sz="1400" dirty="0"/>
          </a:p>
          <a:p>
            <a:pPr marL="342900" indent="-342900" algn="l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combines the results into a single response for the user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the Microservices World Need So Many Tools?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the traditional Monolith with the microservices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19672" y="192024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19672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85432" y="274320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is fully independent (code, DB, deployment)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Service Registry, Load Balancer, Circuit Breaker, API Gateway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flexible, but higher operational complexity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Monolith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inside a single process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discovery or communication problem between parts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at first, harder to scale later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First Service: Movie Catalog Service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Initializr + @RestController + @GetMapping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1672" cy="329184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1045159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@RequestMapping("/catalog")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MovieCatalogResource {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@GetMapping("/{userId}")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List&lt;CatalogItem&gt; getCatalog(@PathVariable String userId) {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Collections.singletonList(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CatalogItem("Transformers", "Good movie", 4)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is its own Spring Boot project, running on its own port (server.port)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Services Talk to Each Other?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make HTTP calls between microservices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4F8FA"/>
          </a:solidFill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RestTemplate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Synchronous — waits for the response before continuing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017520"/>
            <a:ext cx="4572000" cy="2377440"/>
          </a:xfrm>
          <a:prstGeom prst="roundRect">
            <a:avLst>
              <a:gd name="adj" fmla="val 230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RestTemplate rt = new RestTemplate();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m = rt.getForObject(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"http://localhost:8082/movies/" + id,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Movie.class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19672" y="196596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148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WebClient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9672" y="2560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— newer, supports non-blocking calls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93992" y="3017520"/>
            <a:ext cx="4572000" cy="2377440"/>
          </a:xfrm>
          <a:prstGeom prst="roundRect">
            <a:avLst>
              <a:gd name="adj" fmla="val 2308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76872" y="320040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WebClient wc = WebClient.create();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 m = wc.get()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.uri(".../movies/" + id)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.retrieve()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.bodyToMono(Movie.class)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.block();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Don't Return a Raw List From Your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breaking changes later when you add fields like pagination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FBE9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The Wrong Way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6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List&lt;Movie&gt; -&gt; [ {...}, {...}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response is a raw array at the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19672" y="2103120"/>
            <a:ext cx="5120640" cy="2926080"/>
          </a:xfrm>
          <a:prstGeom prst="roundRect">
            <a:avLst>
              <a:gd name="adj" fmla="val 312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Right Way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93992" y="29260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MovieResponse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List&lt;Movie&gt; movies;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totalCount;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9672" y="4206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the list inside an object, leaving room to grow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Hardcoded Addresses Between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service's address or port changes, you'd have to edit the code everywhere manually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Service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2876" y="26517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3E8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22876" y="2651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 Service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localhost:8082 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IP:Port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3108960"/>
            <a:ext cx="1065276" cy="0"/>
          </a:xfrm>
          <a:prstGeom prst="line">
            <a:avLst/>
          </a:prstGeom>
          <a:noFill/>
          <a:ln w="25400">
            <a:solidFill>
              <a:srgbClr val="F2B441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run multiple instances, or a service's location changes... how do you find it automatically?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502920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discovery: the client itself asks the registry</a:t>
            </a:r>
            <a:endParaRPr lang="en-US" sz="1400" dirty="0"/>
          </a:p>
          <a:p>
            <a:pPr marL="342900" indent="-342900" algn="l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discovery: a load balancer sits in between and routes the request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Eureka Service Registry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registers itself, and any other service can ask for its location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20240" y="2377440"/>
            <a:ext cx="4174236" cy="1348740"/>
          </a:xfrm>
          <a:prstGeom prst="line">
            <a:avLst/>
          </a:prstGeom>
          <a:noFill/>
          <a:ln w="19050">
            <a:solidFill>
              <a:srgbClr val="B9C7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20240" y="3726180"/>
            <a:ext cx="4174236" cy="1577340"/>
          </a:xfrm>
          <a:prstGeom prst="line">
            <a:avLst/>
          </a:prstGeom>
          <a:noFill/>
          <a:ln w="19050">
            <a:solidFill>
              <a:srgbClr val="B9C7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4476" y="3726180"/>
            <a:ext cx="4174236" cy="1577340"/>
          </a:xfrm>
          <a:prstGeom prst="line">
            <a:avLst/>
          </a:prstGeom>
          <a:noFill/>
          <a:ln w="19050">
            <a:solidFill>
              <a:srgbClr val="B9C7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94476" y="2377440"/>
            <a:ext cx="4174236" cy="1348740"/>
          </a:xfrm>
          <a:prstGeom prst="line">
            <a:avLst/>
          </a:prstGeom>
          <a:noFill/>
          <a:ln w="19050">
            <a:solidFill>
              <a:srgbClr val="B9C7D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22876" y="324612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22876" y="32461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 8761)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19659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489204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54312" y="489204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3E8D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54312" y="4892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54312" y="19659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5FA8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54312" y="1965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New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6235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@EnableEurekaServer  •  spring-cloud-starter-netflix-eureka-server (Server)</a:t>
            </a:r>
            <a:endParaRPr lang="en-US" sz="11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@EnableDiscoveryClient / spring-cloud-starter-netflix-eureka-client (Client)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Discovering Services and Load Balancing Automatically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a hardcoded IP, we call the service by name — and Spring balances the requests for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18288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104515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@LoadBalanced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RestTemplate getRestTemplate() { return new RestTemplate(); }</a:t>
            </a: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endParaRPr lang="en-US" sz="14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C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restTemplate.getForObject("http://movie-info-service/movies/" + id, Movie.class);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call now uses the service name, not an IP address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85516" y="4572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85516" y="4572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movie-info-service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80076" y="4572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80076" y="4572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movie-info-service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74636" y="4572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74636" y="4572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movie-info-service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55321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Eureka + Load Balancer automatically distribute requests across every running instance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3 independent services (Catalog, Info, Ratings)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between them via RestTemplate or WebClient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3337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3291840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service discovery via Eureka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4160520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load balancing across instances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683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مصطفى محمد حمدى محمد</cp:lastModifiedBy>
  <cp:revision>2</cp:revision>
  <dcterms:created xsi:type="dcterms:W3CDTF">2026-08-27T10:05:46Z</dcterms:created>
  <dcterms:modified xsi:type="dcterms:W3CDTF">2026-08-27T10:19:09Z</dcterms:modified>
</cp:coreProperties>
</file>